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1AEEBD-15D0-42DE-9B84-644FA1E6B5BA}" v="24" dt="2026-03-15T08:06:20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Sharma" userId="cc7aae1c6088a942" providerId="LiveId" clId="{0238DF37-E4E8-4F35-867E-1A9A34065D74}"/>
    <pc:docChg chg="undo custSel modSld">
      <pc:chgData name="Rohit Sharma" userId="cc7aae1c6088a942" providerId="LiveId" clId="{0238DF37-E4E8-4F35-867E-1A9A34065D74}" dt="2026-03-15T08:06:38.223" v="82" actId="113"/>
      <pc:docMkLst>
        <pc:docMk/>
      </pc:docMkLst>
      <pc:sldChg chg="modSp mod">
        <pc:chgData name="Rohit Sharma" userId="cc7aae1c6088a942" providerId="LiveId" clId="{0238DF37-E4E8-4F35-867E-1A9A34065D74}" dt="2026-03-15T08:03:45.742" v="6"/>
        <pc:sldMkLst>
          <pc:docMk/>
          <pc:sldMk cId="311150658" sldId="256"/>
        </pc:sldMkLst>
        <pc:spChg chg="mod">
          <ac:chgData name="Rohit Sharma" userId="cc7aae1c6088a942" providerId="LiveId" clId="{0238DF37-E4E8-4F35-867E-1A9A34065D74}" dt="2026-03-15T08:03:45.742" v="6"/>
          <ac:spMkLst>
            <pc:docMk/>
            <pc:sldMk cId="311150658" sldId="256"/>
            <ac:spMk id="2" creationId="{E79D77C8-6CF1-836D-4C12-25DBC63BFAAA}"/>
          </ac:spMkLst>
        </pc:spChg>
        <pc:spChg chg="mod">
          <ac:chgData name="Rohit Sharma" userId="cc7aae1c6088a942" providerId="LiveId" clId="{0238DF37-E4E8-4F35-867E-1A9A34065D74}" dt="2026-03-15T08:03:37.669" v="5" actId="27636"/>
          <ac:spMkLst>
            <pc:docMk/>
            <pc:sldMk cId="311150658" sldId="256"/>
            <ac:spMk id="3" creationId="{A51609D6-0690-97AB-EFA8-546AF0EBF96B}"/>
          </ac:spMkLst>
        </pc:spChg>
      </pc:sldChg>
      <pc:sldChg chg="addSp delSp modSp mod modAnim">
        <pc:chgData name="Rohit Sharma" userId="cc7aae1c6088a942" providerId="LiveId" clId="{0238DF37-E4E8-4F35-867E-1A9A34065D74}" dt="2026-03-15T08:05:44.143" v="65" actId="113"/>
        <pc:sldMkLst>
          <pc:docMk/>
          <pc:sldMk cId="1670620420" sldId="257"/>
        </pc:sldMkLst>
        <pc:spChg chg="mod">
          <ac:chgData name="Rohit Sharma" userId="cc7aae1c6088a942" providerId="LiveId" clId="{0238DF37-E4E8-4F35-867E-1A9A34065D74}" dt="2026-03-15T08:03:53.832" v="7"/>
          <ac:spMkLst>
            <pc:docMk/>
            <pc:sldMk cId="1670620420" sldId="257"/>
            <ac:spMk id="2" creationId="{B82F20F6-73EF-9B30-72E5-D43B412D1EEF}"/>
          </ac:spMkLst>
        </pc:spChg>
        <pc:spChg chg="add del mod">
          <ac:chgData name="Rohit Sharma" userId="cc7aae1c6088a942" providerId="LiveId" clId="{0238DF37-E4E8-4F35-867E-1A9A34065D74}" dt="2026-03-15T08:05:44.143" v="65" actId="113"/>
          <ac:spMkLst>
            <pc:docMk/>
            <pc:sldMk cId="1670620420" sldId="257"/>
            <ac:spMk id="3" creationId="{957F9100-C36D-C260-5D7C-5F045CCA8BE3}"/>
          </ac:spMkLst>
        </pc:spChg>
        <pc:spChg chg="add">
          <ac:chgData name="Rohit Sharma" userId="cc7aae1c6088a942" providerId="LiveId" clId="{0238DF37-E4E8-4F35-867E-1A9A34065D74}" dt="2026-03-15T08:04:03.352" v="8"/>
          <ac:spMkLst>
            <pc:docMk/>
            <pc:sldMk cId="1670620420" sldId="257"/>
            <ac:spMk id="4" creationId="{6DA5C296-363D-3529-92E2-B4253E67EFC5}"/>
          </ac:spMkLst>
        </pc:spChg>
        <pc:spChg chg="add">
          <ac:chgData name="Rohit Sharma" userId="cc7aae1c6088a942" providerId="LiveId" clId="{0238DF37-E4E8-4F35-867E-1A9A34065D74}" dt="2026-03-15T08:04:10.716" v="9"/>
          <ac:spMkLst>
            <pc:docMk/>
            <pc:sldMk cId="1670620420" sldId="257"/>
            <ac:spMk id="5" creationId="{F5F5F074-2A7E-DF5A-5807-826954BA9AFE}"/>
          </ac:spMkLst>
        </pc:spChg>
        <pc:spChg chg="add">
          <ac:chgData name="Rohit Sharma" userId="cc7aae1c6088a942" providerId="LiveId" clId="{0238DF37-E4E8-4F35-867E-1A9A34065D74}" dt="2026-03-15T08:04:22.105" v="10"/>
          <ac:spMkLst>
            <pc:docMk/>
            <pc:sldMk cId="1670620420" sldId="257"/>
            <ac:spMk id="6" creationId="{D7211263-3379-F04B-0F16-C0D28F27B50E}"/>
          </ac:spMkLst>
        </pc:spChg>
        <pc:spChg chg="add mod">
          <ac:chgData name="Rohit Sharma" userId="cc7aae1c6088a942" providerId="LiveId" clId="{0238DF37-E4E8-4F35-867E-1A9A34065D74}" dt="2026-03-15T08:04:36.814" v="13"/>
          <ac:spMkLst>
            <pc:docMk/>
            <pc:sldMk cId="1670620420" sldId="257"/>
            <ac:spMk id="7" creationId="{AA5E3858-696F-61E2-5758-CC52A03F8E36}"/>
          </ac:spMkLst>
        </pc:spChg>
        <pc:spChg chg="add mod">
          <ac:chgData name="Rohit Sharma" userId="cc7aae1c6088a942" providerId="LiveId" clId="{0238DF37-E4E8-4F35-867E-1A9A34065D74}" dt="2026-03-15T08:04:59.688" v="17"/>
          <ac:spMkLst>
            <pc:docMk/>
            <pc:sldMk cId="1670620420" sldId="257"/>
            <ac:spMk id="8" creationId="{067069FC-AB4F-7A9A-EDEA-5BFE1102C138}"/>
          </ac:spMkLst>
        </pc:spChg>
      </pc:sldChg>
      <pc:sldChg chg="addSp modSp mod">
        <pc:chgData name="Rohit Sharma" userId="cc7aae1c6088a942" providerId="LiveId" clId="{0238DF37-E4E8-4F35-867E-1A9A34065D74}" dt="2026-03-15T08:06:38.223" v="82" actId="113"/>
        <pc:sldMkLst>
          <pc:docMk/>
          <pc:sldMk cId="2552434356" sldId="258"/>
        </pc:sldMkLst>
        <pc:spChg chg="mod">
          <ac:chgData name="Rohit Sharma" userId="cc7aae1c6088a942" providerId="LiveId" clId="{0238DF37-E4E8-4F35-867E-1A9A34065D74}" dt="2026-03-15T08:05:56.341" v="66"/>
          <ac:spMkLst>
            <pc:docMk/>
            <pc:sldMk cId="2552434356" sldId="258"/>
            <ac:spMk id="2" creationId="{A5031D12-2991-B453-CDA6-F11847460706}"/>
          </ac:spMkLst>
        </pc:spChg>
        <pc:spChg chg="mod">
          <ac:chgData name="Rohit Sharma" userId="cc7aae1c6088a942" providerId="LiveId" clId="{0238DF37-E4E8-4F35-867E-1A9A34065D74}" dt="2026-03-15T08:06:38.223" v="82" actId="113"/>
          <ac:spMkLst>
            <pc:docMk/>
            <pc:sldMk cId="2552434356" sldId="258"/>
            <ac:spMk id="3" creationId="{06055952-15B8-266A-F6D7-F7621E4CB868}"/>
          </ac:spMkLst>
        </pc:spChg>
        <pc:spChg chg="add">
          <ac:chgData name="Rohit Sharma" userId="cc7aae1c6088a942" providerId="LiveId" clId="{0238DF37-E4E8-4F35-867E-1A9A34065D74}" dt="2026-03-15T08:06:05.830" v="67"/>
          <ac:spMkLst>
            <pc:docMk/>
            <pc:sldMk cId="2552434356" sldId="258"/>
            <ac:spMk id="4" creationId="{BCEF2277-5D78-F634-0111-55D206F395D9}"/>
          </ac:spMkLst>
        </pc:spChg>
        <pc:spChg chg="add mod">
          <ac:chgData name="Rohit Sharma" userId="cc7aae1c6088a942" providerId="LiveId" clId="{0238DF37-E4E8-4F35-867E-1A9A34065D74}" dt="2026-03-15T08:06:14.878" v="69"/>
          <ac:spMkLst>
            <pc:docMk/>
            <pc:sldMk cId="2552434356" sldId="258"/>
            <ac:spMk id="5" creationId="{19BB7BD3-A880-8C4A-2080-E61BE2A7A7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5375-7029-2053-14DB-F43BD14AD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DFEA-6000-6C30-7263-1DD62F45A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3EFB3-FA64-9790-2ECE-D01B0339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FB38-79E2-480C-AB22-56B4D48E05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6599E-8F3E-9F91-0C4A-82B766CF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942C5-844F-193C-4C46-A78384B0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E336D-D3BA-456B-B1AE-2C952DCE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68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DBD50-FD03-BBB8-DA69-573374751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3083-0ADC-C19C-7C27-509294FCC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DADAC-416A-7AC2-4863-7215EB78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FB38-79E2-480C-AB22-56B4D48E05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2156D-9965-4B84-8324-ED597A00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A622F-6E77-3DF3-9B07-7632A57A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E336D-D3BA-456B-B1AE-2C952DCE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318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2B8A-EE02-0295-A9DB-D520240CA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0267D-66C5-F990-6330-495F07EB3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88AAB-51FA-EEE2-BA11-DD19D50B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FB38-79E2-480C-AB22-56B4D48E05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09902-8762-90F5-0B39-9C298D60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F7D63-A8D0-E1BC-49B9-762F35A1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E336D-D3BA-456B-B1AE-2C952DCE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93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6BB43-DC0E-5632-A5FF-9E04B58F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04CEC-07C5-7C20-2CE1-825BEAF9A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57D66-05A3-ACBA-3932-69DED6E4D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2E54F-449B-C4A2-4D9F-1EA48776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FB38-79E2-480C-AB22-56B4D48E05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8C83B-F7BE-89BE-F96C-0E276826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2C74B-9735-9723-6B50-F7A27042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E336D-D3BA-456B-B1AE-2C952DCE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452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04B99-E6FA-5275-1B2D-6244D9F65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DE7CF-58FC-A93F-8472-7108B8A18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9E687-ED76-A561-FAA1-FC8CAD1B1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BCF7B-ECF9-0709-82EA-703521A85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CEF538-6C1B-2100-57D4-F39C4C043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884C5E-0A38-8956-CCAE-34D0A4F97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FB38-79E2-480C-AB22-56B4D48E05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5687A4-338F-B247-A16D-C6BC925C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8601B-0BF3-9F2E-050F-08D1D799F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E336D-D3BA-456B-B1AE-2C952DCE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5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D37A6-2AD3-287C-36D8-B878C67F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E8104-1C4B-F218-1B34-D964D2DF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FB38-79E2-480C-AB22-56B4D48E05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F0E64F-1EA6-EFBD-F028-69C506FE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90FCC-891F-9206-2380-757F8FF9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E336D-D3BA-456B-B1AE-2C952DCE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626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4B8D8B-F90E-8961-07F3-6DB8693DE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FB38-79E2-480C-AB22-56B4D48E05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87ACF2-A3BF-A8BE-E9FB-8F51BE0E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7BC67-EF75-23B0-8D75-08684FE8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E336D-D3BA-456B-B1AE-2C952DCE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07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7813-C913-FC8D-07E7-10DDB22B7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D7F31-37BD-6FE6-7FF9-FD1D17B49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331BF-5916-7356-1F00-89B960B1F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ACF35-FC0E-06FB-ED5F-4EDB14E3E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FB38-79E2-480C-AB22-56B4D48E05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AED22-921D-0260-3798-83ECBFFD2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3747C-79D9-C1A8-102B-9CF7C89A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E336D-D3BA-456B-B1AE-2C952DCE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43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0844-0201-9F6F-A111-B6A9BB8A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066E8E-F383-0555-847B-03F2849D8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AFC6E-25DA-339F-1A06-3C12B1425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87BF4-1A97-2889-02BA-1D4BBB90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FB38-79E2-480C-AB22-56B4D48E05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01A62-533F-39CE-7C1C-D2F40AC7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C5572-442C-1FFE-C6C3-4860AE3E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E336D-D3BA-456B-B1AE-2C952DCE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96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7D9F2-B8B6-7170-E6BA-6C3AFAC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FE30E-96EF-FC0E-2801-F72851DC3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5D0FF-EA64-E412-6E2E-A85AA3A5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FB38-79E2-480C-AB22-56B4D48E05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67CCF-E82B-ECBA-9CEB-A8621A078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783C8-5B2A-421A-4849-33FB1A639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E336D-D3BA-456B-B1AE-2C952DCE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26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DBA455-4C63-402A-AD3E-98F9DE509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FDFC0-5A1A-F336-3017-51C346D51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F80CD-ADBE-FB94-518B-3184F83DB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FB38-79E2-480C-AB22-56B4D48E05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0F950-5810-67D0-52B7-A9CC0646A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80CB-B4AD-0561-B2D1-DA35F70F6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E336D-D3BA-456B-B1AE-2C952DCE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62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775F05-35EC-A481-F1A7-4F7759C4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6BB2A-FD74-27D1-A423-DCFCC7544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CD199-B84B-4B23-66D3-DEECB1C30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DFB38-79E2-480C-AB22-56B4D48E05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9018D-3D21-3B22-761A-5369D6851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A0C9-3EC8-79A0-A2CA-E3FBCFAB5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E336D-D3BA-456B-B1AE-2C952DCE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90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77C8-6CF1-836D-4C12-25DBC63BFA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decision tree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609D6-0690-97AB-EFA8-546AF0EBF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 </a:t>
            </a:r>
            <a:r>
              <a:rPr lang="en-US" b="1" dirty="0"/>
              <a:t>decision tree</a:t>
            </a:r>
            <a:r>
              <a:rPr lang="en-US" dirty="0"/>
              <a:t> is a supervised machine learning algorithm that uses a hierarchical, flowchart-like structure of sequential decisions to classify data or predict outcomes. It mimics human decision-making and is used for both classification (predicting categories) and regression (predicting continuous numerical values) tasks.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5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20F6-73EF-9B30-72E5-D43B412D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Components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F9100-C36D-C260-5D7C-5F045CCA8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 decision tree is composed of several key elements: 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Root Node: </a:t>
            </a:r>
            <a:r>
              <a:rPr lang="en-US" dirty="0"/>
              <a:t>The initial node representing the entire dataset, where the first split occurs based on the most significant feature.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Internal/Decision Nodes: </a:t>
            </a:r>
            <a:r>
              <a:rPr lang="en-US" dirty="0"/>
              <a:t>Nodes that represent a test or decision on a specific attribute (e.g., "Is the person's age &gt; 30?").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Branches: </a:t>
            </a:r>
            <a:r>
              <a:rPr lang="en-US" dirty="0"/>
              <a:t>The lines or edges connecting nodes, representing the outcome of a decision or test (e.g., "Yes" or "No").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Leaf/Terminal Nodes: </a:t>
            </a:r>
            <a:r>
              <a:rPr lang="en-US" dirty="0"/>
              <a:t>The final nodes in the tree that do not split further. They represent the final decision, class label, or predicted numerical value.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620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1D12-2991-B453-CDA6-F1184746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Decision Trees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55952-15B8-266A-F6D7-F7621E4CB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two main types of decision trees are: </a:t>
            </a:r>
          </a:p>
          <a:p>
            <a:r>
              <a:rPr lang="en-US" b="1" dirty="0"/>
              <a:t>Classification Trees:</a:t>
            </a:r>
            <a:r>
              <a:rPr lang="en-US" dirty="0"/>
              <a:t> Used when the predicted outcome is a discrete category or class (e.g., "approve loan" or "deny loan," "spam" or "not spam").</a:t>
            </a:r>
          </a:p>
          <a:p>
            <a:r>
              <a:rPr lang="en-US" b="1" dirty="0"/>
              <a:t>Regression Trees: </a:t>
            </a:r>
            <a:r>
              <a:rPr lang="en-US" dirty="0"/>
              <a:t>Used when the predicted outcome is a continuous numerical value (e.g., predicting a house price or a patient's length of stay in a hospital).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434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decision tree</vt:lpstr>
      <vt:lpstr>Key Components</vt:lpstr>
      <vt:lpstr>Types of Decision Trees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Sharma</dc:creator>
  <cp:lastModifiedBy>Rohit Sharma</cp:lastModifiedBy>
  <cp:revision>1</cp:revision>
  <dcterms:created xsi:type="dcterms:W3CDTF">2026-03-15T07:45:10Z</dcterms:created>
  <dcterms:modified xsi:type="dcterms:W3CDTF">2026-03-15T08:06:38Z</dcterms:modified>
</cp:coreProperties>
</file>